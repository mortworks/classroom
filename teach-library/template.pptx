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6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6902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E22D0F-7243-EEE7-049C-CE04FB08D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F6897-0D9A-D036-8215-51577F598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AAB5C-F107-25C5-E662-50E8AD4563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CA1BC6-440F-461C-ABE1-59C46B60E0AF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A18C0-CA1D-9DFF-0345-2CED679019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FE280-F880-9457-7A5C-664DCEB0AB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FC0A04-3875-442E-A6C6-1913EF9F7A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6610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CE282-2370-98A3-2232-918D7BF39956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A1FA5-3E93-33F4-387D-A3373F5FB5DC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8109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Garamond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Morton (Mr)</dc:creator>
  <cp:lastModifiedBy>Peter Morton (Mr)</cp:lastModifiedBy>
  <cp:revision>1</cp:revision>
  <dcterms:created xsi:type="dcterms:W3CDTF">2026-02-19T15:58:22Z</dcterms:created>
  <dcterms:modified xsi:type="dcterms:W3CDTF">2026-02-19T16:09:00Z</dcterms:modified>
</cp:coreProperties>
</file>